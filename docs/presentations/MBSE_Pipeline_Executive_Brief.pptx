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operates at the System Verification layer — verifying requirements against the deployed product through automated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572000"/>
            <a:ext cx="4572000" cy="82296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4663440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Component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Unit-level code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566160"/>
            <a:ext cx="3657600" cy="82296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36576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Module interfaces &amp; data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560320"/>
            <a:ext cx="2743200" cy="822960"/>
          </a:xfrm>
          <a:prstGeom prst="roundRect">
            <a:avLst/>
          </a:prstGeom>
          <a:solidFill>
            <a:srgbClr val="0069B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26517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System Verification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Requirement-level verification
against the deployed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deployment. Results are captured automatically.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Component and Integration tests are owned by developers. The MBSE pipeline adds System Verification with full requirement traceability from the Cameo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