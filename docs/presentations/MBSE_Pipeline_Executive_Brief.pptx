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operates at the System and Acceptance test layers — verifying requirements against the deployed product.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4754880"/>
            <a:ext cx="4572000" cy="7315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4846320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Component-level code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3657600" cy="7315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4023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Module interfaces &amp; data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108960"/>
            <a:ext cx="2743200" cy="731520"/>
          </a:xfrm>
          <a:prstGeom prst="roundRect">
            <a:avLst/>
          </a:prstGeom>
          <a:solidFill>
            <a:srgbClr val="0069B0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32004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System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End-to-end behavior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86000"/>
            <a:ext cx="1828800" cy="731520"/>
          </a:xfrm>
          <a:prstGeom prst="roundRect">
            <a:avLst/>
          </a:prstGeom>
          <a:solidFill>
            <a:srgbClr val="0082CC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377440"/>
            <a:ext cx="1554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</a:rPr>
              <a:t>Acceptance Tests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BBBBB"/>
                </a:solidFill>
              </a:rPr>
              <a:t>Requirement-level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560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deployment. Results are captured automatically.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Unit and Integration tests are owned by developers in their respective repos. The MBSE pipeline adds the System and Acceptance layers with full traceability.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