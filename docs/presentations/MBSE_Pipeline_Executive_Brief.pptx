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D1B2A"/>
                </a:solidFill>
              </a:rPr>
              <a:t>One Pipeline. Model to Deployment.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Intent gets lost at every handoff — misalignment surfaces at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have no version control. When the model changes, nothing alerts the team. Tests go stale silently.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live in separate tools. Audit evidence is rebuilt from scratch every review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88888"/>
                </a:solidFill>
              </a:rPr>
              <a:t>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920240"/>
            <a:ext cx="2560320" cy="59436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299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Cameo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880360"/>
            <a:ext cx="2560320" cy="59436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900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Test Suite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3840480"/>
            <a:ext cx="2560320" cy="59436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9502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560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24000"/>
                </a:solidFill>
              </a:rPr>
              <a:t>✋  manual handoff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20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924000"/>
                </a:solidFill>
              </a:rPr>
              <a:t>✋  manual handoff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09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924000"/>
                </a:solidFill>
              </a:rPr>
              <a:t>No automated thread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Slow, fragile, unversioned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760720"/>
            <a:ext cx="1124712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8155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Gherkin as the Common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Systems Engineers and developers communicate through executable specifications — Gherkin scenarios that trace directly to Cameo requirements and run as automated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Cameo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Owned by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Requirements with verification criteria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ICD definitions and message types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Criteria text drives test intent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Model changes trigger drift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371600"/>
            <a:ext cx="4114800" cy="2926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4630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Gherkin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BBBBBB"/>
                </a:solidFill>
              </a:rPr>
              <a:t>Co-authored by SEs + Developers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031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Plain English that both sides can read and validate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Machine-executable — runs as automated tests on every build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Tagged to requirements — creates the traceability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92608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@REQ:SYS-REQ-001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  @VC:SYS-REQ-001-VC-01 @VER:Test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Scenario: Valid ICD response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Then the logs should contain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     "IcdResponse: status=OK"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System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Implemented by Developers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Step definitions implement the HOW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Log analysis against the deployed product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E2E verification on every build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Results feed the pipeline report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03320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8183879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How It Flows Through the Pipelines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4632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73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MODEL PIPELINE</a:t>
            </a:r>
            <a:r>
              <a:rPr sz="800" b="0">
                <a:solidFill>
                  <a:srgbClr val="555555"/>
                </a:solidFill>
              </a:rPr>
              <a:t>    Cameo  →  Export  →  Package  →  Publish Artifact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743200" y="5349240"/>
            <a:ext cx="274320" cy="2286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509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PRODUCT PIPELINE</a:t>
            </a:r>
            <a:r>
              <a:rPr sz="800" b="0">
                <a:solidFill>
                  <a:srgbClr val="555555"/>
                </a:solidFill>
              </a:rPr>
              <a:t>    Fetch  →  Quality Gates  →  BDD Tests  →  Deploy +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Readable by both sides</a:t>
            </a:r>
            <a:r>
              <a:rPr sz="900" b="0">
                <a:solidFill>
                  <a:srgbClr val="555555"/>
                </a:solidFill>
              </a:rPr>
              <a:t>  —  SEs validate intent, developers implement steps.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Machine-traceable</a:t>
            </a:r>
            <a:r>
              <a:rPr sz="900" b="0">
                <a:solidFill>
                  <a:srgbClr val="555555"/>
                </a:solidFill>
              </a:rPr>
              <a:t>  —  Tags (@REQ, @VC) create the link to requirements.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623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Pipeline-enforced</a:t>
            </a:r>
            <a:r>
              <a:rPr sz="900" b="0">
                <a:solidFill>
                  <a:srgbClr val="555555"/>
                </a:solidFill>
              </a:rPr>
              <a:t>  —  Quality gates ensure every VC has a scenario.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6126480"/>
            <a:ext cx="5303520" cy="36576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61630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One language. Model to deployment. Both sides own the spec.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4747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20" y="1645920"/>
            <a:ext cx="34747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63840" y="1645920"/>
            <a:ext cx="34747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86400"/>
            <a:ext cx="11247120" cy="41148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54126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One spec. Readable by engineers. Executable by machines. Traceable to every requirement.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