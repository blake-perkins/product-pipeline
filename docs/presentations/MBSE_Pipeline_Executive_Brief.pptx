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D1B2A"/>
                </a:solidFill>
              </a:rPr>
              <a:t>One Pipeline. Model to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Intent gets lost at every handoff — misalignment surfaces at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have no version control. When the model changes, nothing alerts the team. Tests go stale silently.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live in separate tools. Audit evidence is rebuilt from scratch every review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88888"/>
                </a:solidFill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920240"/>
            <a:ext cx="2560320" cy="59436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29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Cameo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880360"/>
            <a:ext cx="2560320" cy="59436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900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Test Suite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840480"/>
            <a:ext cx="2560320" cy="59436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9502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560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24000"/>
                </a:solidFill>
              </a:rPr>
              <a:t>✋  manual 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20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24000"/>
                </a:solidFill>
              </a:rPr>
              <a:t>✋  manual handoff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924000"/>
                </a:solidFill>
              </a:rPr>
              <a:t>No automated thread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Slow, fragile, unversioned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760720"/>
            <a:ext cx="1124712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155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Plain English that both sides can read and validate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Machine-executable — runs as automated tests on every build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Tagged to requirements — creates the traceability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2608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1645920"/>
            <a:ext cx="34747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0" y="1645920"/>
            <a:ext cx="34747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029200"/>
            <a:ext cx="4572000" cy="6400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0749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Linting, type checks, code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251960"/>
            <a:ext cx="3931920" cy="6400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297680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72000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Individual functions, logic correctness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474720"/>
            <a:ext cx="3291840" cy="6400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520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94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Component interfaces, API contracts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697480"/>
            <a:ext cx="2651760" cy="64008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27432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/ System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0175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Requirements verified against deployed product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1920240"/>
            <a:ext cx="2011680" cy="6400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1965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 Exploratory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Usability, edge cases, human judgment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88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0312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
Gate A enforces 100% coverage.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9718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9B0"/>
                </a:solidFill>
              </a:rPr>
              <a:t>Automated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the deployed product.
Results captured automatically on every build.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flags tests when the model changes —
no silent invalidation.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09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9B0"/>
                </a:solidFill>
              </a:rPr>
              <a:t>Audit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a complete,
automatically generated audit trail.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86400"/>
            <a:ext cx="11247120" cy="41148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4126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One spec. Readable by engineers. Executable by machines. Traceable to every requirement.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