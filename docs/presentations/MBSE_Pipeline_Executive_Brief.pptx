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Two Pipelines,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 single automated thread connects the Cameo model to the deployed product — with quality gates enforcing traceability at every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MODEL PIPELINE  •  cameo-model-pipeline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Systems Engineers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Cameo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Author requirements
&amp; ICD in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210312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Export &amp; Validate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Schema validation
of JSON exports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19456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Package &amp; Version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Semantic versioning
&amp; artifact assembly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267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Publish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Versioned ZIP to
GitHub Releases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303520" y="3246120"/>
            <a:ext cx="457200" cy="4572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3264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Versioned 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requirements.json + proto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11247120" cy="16459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6791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099D6"/>
                </a:solidFill>
              </a:rPr>
              <a:t>PRODUCT PIPELINE  •  product-pipeline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Owned by Developers + Systems Engineers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2103120" cy="73152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Fetch Model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Download versioned
artifact from release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434840"/>
            <a:ext cx="210312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Quality Gates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Coverage, drift &amp;
orphan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34840"/>
            <a:ext cx="210312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BDD Verification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Automated Gherkin
log-analysis tests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4434840"/>
            <a:ext cx="210312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450799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Deploy +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Helm deploy with
evidence bundle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32120"/>
            <a:ext cx="11247120" cy="41148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869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Every requirement is automatically traced from model to test to deployment. No manual assembly. No gaps. No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65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>
                <a:solidFill>
                  <a:srgbClr val="888888"/>
                </a:solidFill>
              </a:rPr>
              <a:t>Cameo • Python • Behave • Gherkin • Helm • GitHub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2560320" cy="77724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Container Image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Product containers
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920240"/>
            <a:ext cx="256032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659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Syft (SBOM)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Generates CycloneDX
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920240"/>
            <a:ext cx="256032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9659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Grype (Scan)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Scans SBOM against
known vulnerability DBs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920240"/>
            <a:ext cx="2560320" cy="777240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9659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→  Policy Gate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>Fail on Critical/High
Pass with advisory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SBOM (CycloneDX)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Complete inventory of every software component, version, and source in the deployed artifact.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776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Vulnerability Report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CVE-level findings with severity, affected package, version,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Policy Verdict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PASS / WARNING / FAIL based on configurable severity thresholds. Blocks deployment on Critical/High.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Severity Dashboard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Visual breakdown by severity level in the Deployment Pipeline Report — filterable, searchable, CSV-exportable.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544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0116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55555"/>
                </a:solidFill>
              </a:rPr>
              <a:t>Federal mandate requiring SBOMs for all software sold to the government. The pipeline generates CycloneDX SBOMs automatically on every build.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78892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55555"/>
                </a:solidFill>
              </a:rPr>
              <a:t>Secure Software Development Framework requires vulnerability scanning and remediation tracking. Grype scan results are stored per build as immutable CI artifacts.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55555"/>
                </a:solidFill>
              </a:rPr>
              <a:t>Every component in the deployed product is inventoried with name, version, type, and package URL. No hidden dependencies.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434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55555"/>
                </a:solidFill>
              </a:rPr>
              <a:t>SBOM + vulnerability scan results are included in the deployment evidence bundle. No manual assembly — generated fresh on every pipeline run.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12064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555555"/>
                </a:solidFill>
              </a:rPr>
              <a:t>Grype vulnerability database can be mirrored internally. Syft runs against local container images. No internet required at scan 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